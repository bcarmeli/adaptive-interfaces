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81A1C"/>
                </a:solidFill>
                <a:latin typeface="Aptos Display"/>
              </a:rPr>
              <a:t>Language as Interface to a Latent Space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2560320"/>
            <a:ext cx="2606040" cy="1783080"/>
          </a:xfrm>
          <a:prstGeom prst="ellipse">
            <a:avLst/>
          </a:prstGeom>
          <a:solidFill>
            <a:srgbClr val="D9D2E9"/>
          </a:solidFill>
          <a:ln>
            <a:solidFill>
              <a:srgbClr val="958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290779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81A1C"/>
                </a:solidFill>
                <a:latin typeface="Aptos"/>
              </a:rPr>
              <a:t>Agent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7355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181A1C"/>
                </a:solidFill>
                <a:latin typeface="Aptos"/>
              </a:rPr>
              <a:t>private latent</a:t>
            </a:r>
            <a:br/>
            <a:r>
              <a:t>space</a:t>
            </a:r>
          </a:p>
        </p:txBody>
      </p:sp>
      <p:sp>
        <p:nvSpPr>
          <p:cNvPr id="6" name="Oval 5"/>
          <p:cNvSpPr/>
          <p:nvPr/>
        </p:nvSpPr>
        <p:spPr>
          <a:xfrm>
            <a:off x="8732520" y="2560320"/>
            <a:ext cx="2606040" cy="1783080"/>
          </a:xfrm>
          <a:prstGeom prst="ellipse">
            <a:avLst/>
          </a:prstGeom>
          <a:solidFill>
            <a:srgbClr val="D9D2E9"/>
          </a:solidFill>
          <a:ln>
            <a:solidFill>
              <a:srgbClr val="958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25128" y="290779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81A1C"/>
                </a:solidFill>
                <a:latin typeface="Aptos"/>
              </a:rPr>
              <a:t>Agent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2832" y="327355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181A1C"/>
                </a:solidFill>
                <a:latin typeface="Aptos"/>
              </a:rPr>
              <a:t>private latent</a:t>
            </a:r>
            <a:br/>
            <a:r>
              <a:t>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920240"/>
            <a:ext cx="621792" cy="3429000"/>
          </a:xfrm>
          <a:prstGeom prst="rect">
            <a:avLst/>
          </a:prstGeom>
          <a:solidFill>
            <a:srgbClr val="1E6789"/>
          </a:solidFill>
          <a:ln>
            <a:solidFill>
              <a:srgbClr val="14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14032" y="1920240"/>
            <a:ext cx="621792" cy="3429000"/>
          </a:xfrm>
          <a:prstGeom prst="rect">
            <a:avLst/>
          </a:prstGeom>
          <a:solidFill>
            <a:srgbClr val="1E6789"/>
          </a:solidFill>
          <a:ln>
            <a:solidFill>
              <a:srgbClr val="14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02996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D7377"/>
                </a:solidFill>
                <a:latin typeface="Aptos"/>
              </a:rPr>
              <a:t>observable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95728"/>
            <a:ext cx="2514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81A1C"/>
                </a:solidFill>
                <a:latin typeface="Aptos Display"/>
              </a:rPr>
              <a:t>language /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090672"/>
            <a:ext cx="248716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81A1C"/>
                </a:solidFill>
                <a:latin typeface="Aptos"/>
              </a:rPr>
              <a:t>words</a:t>
            </a:r>
            <a:br/>
            <a:r>
              <a:t>symbols</a:t>
            </a:r>
            <a:br/>
            <a:r>
              <a:t>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742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D7377"/>
                </a:solidFill>
                <a:latin typeface="Aptos"/>
              </a:rPr>
              <a:t>Each agent sees its own latent space directly, but reaches the other only through the public interface.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A1C"/>
                </a:solidFill>
                <a:latin typeface="Aptos Display"/>
              </a:rPr>
              <a:t>Interaction Shapes the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6D7377"/>
                </a:solidFill>
                <a:latin typeface="Aptos"/>
              </a:rPr>
              <a:t>Agents must act under partial access to each other's latent capabilities. What they can use is only what becomes visible through the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474720" cy="3611880"/>
          </a:xfrm>
          <a:prstGeom prst="roundRect">
            <a:avLst/>
          </a:prstGeom>
          <a:solidFill>
            <a:srgbClr val="FFFCF7"/>
          </a:solidFill>
          <a:ln>
            <a:solidFill>
              <a:srgbClr val="E5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880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No agent sees the full latent space of the other.</a:t>
            </a:r>
          </a:p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Ability must be inferred from exposed signals and handles.</a:t>
            </a:r>
          </a:p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Affordances are perceived through the interface, not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74720" cy="3611880"/>
          </a:xfrm>
          <a:prstGeom prst="roundRect">
            <a:avLst/>
          </a:prstGeom>
          <a:solidFill>
            <a:srgbClr val="F0DED6"/>
          </a:solidFill>
          <a:ln>
            <a:solidFill>
              <a:srgbClr val="E5C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57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560320"/>
            <a:ext cx="2880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Agents adapt what they expose to what they expect the partner will need.</a:t>
            </a:r>
          </a:p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Selection and execution are one example of this pressure.</a:t>
            </a:r>
          </a:p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Communication shifts toward usable and interpretable 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3429000" cy="3611880"/>
          </a:xfrm>
          <a:prstGeom prst="roundRect">
            <a:avLst/>
          </a:prstGeom>
          <a:solidFill>
            <a:srgbClr val="D8E6D8"/>
          </a:solidFill>
          <a:ln>
            <a:solidFill>
              <a:srgbClr val="B6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788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Interface and latent space remain distinct.</a:t>
            </a:r>
          </a:p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The interface is shaped by task-specific affordances.</a:t>
            </a:r>
          </a:p>
          <a:p>
            <a:pPr/>
            <a:r>
              <a:rPr sz="1800">
                <a:solidFill>
                  <a:srgbClr val="181A1C"/>
                </a:solidFill>
                <a:latin typeface="Aptos"/>
              </a:rPr>
              <a:t>Language may evolve toward compact, partner-usable 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6222A"/>
          </a:solidFill>
          <a:ln>
            <a:solidFill>
              <a:srgbClr val="16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367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5F0"/>
                </a:solidFill>
                <a:latin typeface="Aptos"/>
              </a:rPr>
              <a:t>Core claim: interaction shapes the interface because agents must expose what matters without revealing the full latent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as Interface to Latent Space</dc:title>
  <dc:subject/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